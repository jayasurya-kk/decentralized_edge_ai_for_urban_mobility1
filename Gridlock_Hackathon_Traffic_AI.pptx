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25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2560320" cy="365760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 GRIDLOCK HACKATHON 2.0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-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Traffic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-100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2004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Round 2  |  Decentralized Edge AI for Urban Mobility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2926080" cy="1280160"/>
          </a:xfrm>
          <a:prstGeom prst="roundRect">
            <a:avLst>
              <a:gd name="adj" fmla="val 7143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118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D3EE"/>
                </a:solidFill>
              </a:rPr>
              <a:t>PRESENTED BY</a:t>
            </a:r>
            <a:endParaRPr lang="en-US" sz="800" dirty="0"/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DRACO 2.0</a:t>
            </a:r>
            <a:endParaRPr lang="en-US" sz="8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Gridlock Hackathon 2.0 – Round 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49240" y="3794760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</a:rPr>
              <a:t>JAYASURYA 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3794760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3794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</a:rPr>
              <a:t>DHINESH 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4297680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4297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</a:rPr>
              <a:t>DINESH 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0" y="4297680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4297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</a:rPr>
              <a:t>DHIVYA PRAKASH J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Bengaluru Urban Traffic Intelligence  |  Edge AI  |  Explainable ML</a:t>
            </a:r>
            <a:endParaRPr lang="en-US" sz="8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8AB1A99A-B158-50A4-A93C-929B206A5861}"/>
              </a:ext>
            </a:extLst>
          </p:cNvPr>
          <p:cNvSpPr/>
          <p:nvPr/>
        </p:nvSpPr>
        <p:spPr>
          <a:xfrm>
            <a:off x="6103620" y="3396119"/>
            <a:ext cx="1294226" cy="283110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r>
              <a:rPr lang="en-IN" sz="1200" dirty="0">
                <a:solidFill>
                  <a:schemeClr val="bg1"/>
                </a:solidFill>
              </a:rPr>
              <a:t>TEAM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0F2A3F"/>
          </a:solidFill>
          <a:ln w="19050">
            <a:solidFill>
              <a:srgbClr val="EF4444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68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Congestion Crisis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2194560" cy="0"/>
          </a:xfrm>
          <a:prstGeom prst="line">
            <a:avLst/>
          </a:prstGeom>
          <a:noFill/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9456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loses 243 hours per year per commuter to traffic. Reactive systems fail to prevent bottlenecks before they form.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77724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0F2A3F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54680" y="868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291840" y="1572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Misallocation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2103120"/>
            <a:ext cx="2194560" cy="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19456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vehicles, traffic personnel and diversions are deployed reactively — without data-driven prioritization or cost modeling.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77724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0F2A3F"/>
          </a:solidFill>
          <a:ln w="19050">
            <a:solidFill>
              <a:srgbClr val="0891B2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868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172200" y="1572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Predictive AI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2103120"/>
            <a:ext cx="2194560" cy="0"/>
          </a:xfrm>
          <a:prstGeom prst="line">
            <a:avLst/>
          </a:prstGeom>
          <a:noFill/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19456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lack explainability and edge deployment. Centralized models introduce latency and single-point-of-failure risks.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Decentralized, Predictive Traffic Management Platform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0F2A3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344168"/>
            <a:ext cx="731520" cy="731520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344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5328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Traffic Incidents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Weather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Geospatial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2331720"/>
            <a:ext cx="4114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194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123444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0F2A3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1344168"/>
            <a:ext cx="731520" cy="731520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344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6888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25328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XGBoost Classifier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HistGradientBoost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SHAP Explainability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2331720"/>
            <a:ext cx="4114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94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23444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0F2A3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344168"/>
            <a:ext cx="731520" cy="73152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344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177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25328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ONNX Runtime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On-device Inference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Fault Isolation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2331720"/>
            <a:ext cx="4114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21945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123444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0F2A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1344168"/>
            <a:ext cx="731520" cy="731520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13441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6656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253288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1F5F9"/>
                </a:solidFill>
              </a:rPr>
              <a:t>React+vite</a:t>
            </a:r>
            <a:r>
              <a:rPr lang="en-US" sz="1000" dirty="0">
                <a:solidFill>
                  <a:srgbClr val="F1F5F9"/>
                </a:solidFill>
              </a:rPr>
              <a:t> &amp; No backend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Real-time Maps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</a:rPr>
              <a:t>Risk Alerts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566160"/>
            <a:ext cx="8595360" cy="1417320"/>
          </a:xfrm>
          <a:prstGeom prst="roundRect">
            <a:avLst>
              <a:gd name="adj" fmla="val 5161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30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</a:rPr>
              <a:t>KEY OBJECTIVES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913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Proactive congestion prediction 15–30 min ahead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54880" y="3913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inference — no central server dependency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4389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SHAP-driven model explainability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54880" y="4389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routing via OSRM for exact diversion planning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Data Sources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73152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04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</a:rPr>
              <a:t>DATASET OVERVIEW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115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1155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incident dataset (Bengaluru)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15453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15453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Lat/Long coordinates (start &amp; end)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197510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1975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features: hour, day, month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4048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2404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rainfall, temperature, condition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cause: accident, construction, etc.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26440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2644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and vehicle type attributes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69417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severity label (Low/Med/High)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73152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0F2A3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804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</a:rPr>
              <a:t>DATA PREPROCESSING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11556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11155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166360" y="1298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impute missing fields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62763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16276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66360" y="1810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on duration_minutes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1396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21396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166360" y="23225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zone, vehicle type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651760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2651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166360" y="28346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event type features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16382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66360" y="31638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166360" y="334670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numeric columns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67588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36758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166360" y="38587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pic>
        <p:nvPicPr>
          <p:cNvPr id="8" name="Image 0" descr="/home/claude/outputs_folder/hourly_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5303520" cy="2331720"/>
          </a:xfrm>
          <a:prstGeom prst="rect">
            <a:avLst/>
          </a:prstGeom>
        </p:spPr>
      </p:pic>
      <p:pic>
        <p:nvPicPr>
          <p:cNvPr id="9" name="Image 1" descr="/home/claude/outputs_folder/weekend_week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27248"/>
            <a:ext cx="5303520" cy="1828800"/>
          </a:xfrm>
          <a:prstGeom prst="rect">
            <a:avLst/>
          </a:prstGeom>
        </p:spPr>
      </p:pic>
      <p:pic>
        <p:nvPicPr>
          <p:cNvPr id="10" name="Image 2" descr="/home/claude/outputs_folder/delay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713232"/>
            <a:ext cx="3200400" cy="1828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760720" y="2633472"/>
            <a:ext cx="3200400" cy="2322576"/>
          </a:xfrm>
          <a:prstGeom prst="roundRect">
            <a:avLst>
              <a:gd name="adj" fmla="val 3150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897880" y="27066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</a:rPr>
              <a:t>KEY EDA INSIGHTS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897880" y="29992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incidents: 5–6 AM &amp; 9–10 PM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897880" y="3383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Weekdays: 3× more events than weekends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897880" y="3767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Avg delay duration: ~350 minutes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897880" y="41513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PM spike: longest avg duration (500 min)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897880" y="4535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Duration is right-skewed with heavy tail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pic>
        <p:nvPicPr>
          <p:cNvPr id="8" name="Image 0" descr="/home/claude/outputs_folder/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5029200" cy="4206240"/>
          </a:xfrm>
          <a:prstGeom prst="rect">
            <a:avLst/>
          </a:prstGeom>
        </p:spPr>
      </p:pic>
      <p:pic>
        <p:nvPicPr>
          <p:cNvPr id="9" name="Image 1" descr="/home/claude/outputs_folder/event_cong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713232"/>
            <a:ext cx="3566160" cy="2194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94960" y="2971800"/>
            <a:ext cx="3566160" cy="1947672"/>
          </a:xfrm>
          <a:prstGeom prst="roundRect">
            <a:avLst>
              <a:gd name="adj" fmla="val 3756"/>
            </a:avLst>
          </a:prstGeom>
          <a:solidFill>
            <a:srgbClr val="0F2A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532120" y="3044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</a:rPr>
              <a:t>GEOSPATIAL HIGHLIGHTS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532120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Interactive heatmaps using Folium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532120" y="36301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zones identified across Bengaluru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532120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Protest &amp; construction longest duration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532120" y="4215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Diversion routes via OSRM engine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532120" y="4507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endlongitude–longitude: 0.98 correlation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0F2A3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3152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31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252728"/>
            <a:ext cx="2468880" cy="0"/>
          </a:xfrm>
          <a:prstGeom prst="line">
            <a:avLst/>
          </a:prstGeom>
          <a:noFill/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98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hour (0-23 from timestamp)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801368"/>
            <a:ext cx="2468880" cy="0"/>
          </a:xfrm>
          <a:prstGeom prst="line">
            <a:avLst/>
          </a:prstGeom>
          <a:noFill/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47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day_of_week (Mon=0…Sun=6)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350008"/>
            <a:ext cx="2468880" cy="0"/>
          </a:xfrm>
          <a:prstGeom prst="line">
            <a:avLst/>
          </a:prstGeom>
          <a:noFill/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month (1-12)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898648"/>
            <a:ext cx="2468880" cy="0"/>
          </a:xfrm>
          <a:prstGeom prst="line">
            <a:avLst/>
          </a:prstGeom>
          <a:noFill/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is_weekend (binary flag)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447288"/>
            <a:ext cx="2468880" cy="0"/>
          </a:xfrm>
          <a:prstGeom prst="line">
            <a:avLst/>
          </a:prstGeom>
          <a:noFill/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historical_congestion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995928"/>
            <a:ext cx="2468880" cy="0"/>
          </a:xfrm>
          <a:prstGeom prst="line">
            <a:avLst/>
          </a:prstGeom>
          <a:noFill/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41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road_capacity estimate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73152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0F2A3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73152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731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Factors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37560" y="1252728"/>
            <a:ext cx="2468880" cy="0"/>
          </a:xfrm>
          <a:prstGeom prst="line">
            <a:avLst/>
          </a:prstGeom>
          <a:noFill/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1298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rainfall (mm)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1801368"/>
            <a:ext cx="2468880" cy="0"/>
          </a:xfrm>
          <a:prstGeom prst="line">
            <a:avLst/>
          </a:prstGeom>
          <a:noFill/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1847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attendance (event size)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2350008"/>
            <a:ext cx="2468880" cy="0"/>
          </a:xfrm>
          <a:prstGeom prst="line">
            <a:avLst/>
          </a:prstGeom>
          <a:noFill/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nearby_parking (bool)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2898648"/>
            <a:ext cx="2468880" cy="0"/>
          </a:xfrm>
          <a:prstGeom prst="line">
            <a:avLst/>
          </a:prstGeom>
          <a:noFill/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event_cause_enc (ordinal)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37560" y="3447288"/>
            <a:ext cx="2468880" cy="0"/>
          </a:xfrm>
          <a:prstGeom prst="line">
            <a:avLst/>
          </a:prstGeom>
          <a:noFill/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veh_type_enc (ordinal)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37560" y="3995928"/>
            <a:ext cx="2468880" cy="0"/>
          </a:xfrm>
          <a:prstGeom prst="line">
            <a:avLst/>
          </a:prstGeom>
          <a:noFill/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4041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zone_enc (geographic zone)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731520"/>
            <a:ext cx="2743200" cy="4206240"/>
          </a:xfrm>
          <a:prstGeom prst="roundRect">
            <a:avLst>
              <a:gd name="adj" fmla="val 3333"/>
            </a:avLst>
          </a:prstGeom>
          <a:solidFill>
            <a:srgbClr val="0F2A3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731520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7315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Techniques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1252728"/>
            <a:ext cx="2468880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1298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Label Encoding → ordinal features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63640" y="1801368"/>
            <a:ext cx="2468880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1847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One-Hot Encoding → weather, event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2350008"/>
            <a:ext cx="2468880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Standard Scaling → numeric cols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2898648"/>
            <a:ext cx="2468880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ONNX export for edge deployment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63640" y="3447288"/>
            <a:ext cx="2468880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JSON feature_cols for pipeline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63640" y="3995928"/>
            <a:ext cx="2468880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4041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Pickle serialized scaler/encoder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 Prediction Model &amp; Deployment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pic>
        <p:nvPicPr>
          <p:cNvPr id="8" name="Image 0" descr="/home/claude/outputs_folder/model_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5303520" cy="2240280"/>
          </a:xfrm>
          <a:prstGeom prst="rect">
            <a:avLst/>
          </a:prstGeom>
        </p:spPr>
      </p:pic>
      <p:pic>
        <p:nvPicPr>
          <p:cNvPr id="9" name="Image 1" descr="/home/claude/outputs_folder/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90088"/>
            <a:ext cx="2468880" cy="1920240"/>
          </a:xfrm>
          <a:prstGeom prst="rect">
            <a:avLst/>
          </a:prstGeom>
        </p:spPr>
      </p:pic>
      <p:pic>
        <p:nvPicPr>
          <p:cNvPr id="10" name="Image 2" descr="/home/claude/outputs_folder/cls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2990088"/>
            <a:ext cx="2743200" cy="19202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715000" y="713232"/>
            <a:ext cx="3246120" cy="4197096"/>
          </a:xfrm>
          <a:prstGeom prst="roundRect">
            <a:avLst>
              <a:gd name="adj" fmla="val 2254"/>
            </a:avLst>
          </a:prstGeom>
          <a:solidFill>
            <a:srgbClr val="0F2A3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852160" y="7863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EDGE AI WITH ONNX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806440" y="111556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153912" y="11155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53912" y="13167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on-device, no central server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806440" y="161848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153912" y="16184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53912" y="18196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changes don't affect other users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806440" y="212140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153912" y="21214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153912" y="23225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predictions, no network overhead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806440" y="262432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153912" y="26243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153912" y="28254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stays on device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806440" y="312724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153912" y="3127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153912" y="33284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inference load increase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5806440" y="363016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153912" y="36301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153912" y="38313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/ limited connectivity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 Calculator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pic>
        <p:nvPicPr>
          <p:cNvPr id="8" name="Image 0" descr="/home/claude/outputs_folder/risk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548640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3547872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0F2A3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High Risk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65760" y="3977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Score 70–100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Severe congestion expected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Immediate diversion needed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148840" y="3547872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0F2A3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40280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🟡 Medium Risk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240280" y="3977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Score 40–70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Moderate slowdowns likely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Monitor &amp; prepare resources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023360" y="3547872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0F2A3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0" y="3611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Low Risk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114800" y="3977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Score 0–40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Clear corridors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Normal traffic flow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52160" y="713232"/>
            <a:ext cx="3108960" cy="4206240"/>
          </a:xfrm>
          <a:prstGeom prst="roundRect">
            <a:avLst>
              <a:gd name="adj" fmla="val 2353"/>
            </a:avLst>
          </a:prstGeom>
          <a:solidFill>
            <a:srgbClr val="0F2A3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7863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97316"/>
                </a:solidFill>
              </a:rPr>
              <a:t>RISK METHODOLOGY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89320" y="1143000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64224" y="1143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classifies congestion as Low / Medium / High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89320" y="1764792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89320" y="1764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64224" y="17647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(0-100) computed from weighted features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989320" y="2386584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64224" y="23865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priority &amp; attendance are top drivers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989320" y="3008376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89320" y="30083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364224" y="30083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triggers alert level &amp; resource dispatch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989320" y="3630168"/>
            <a:ext cx="320040" cy="3200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89320" y="3630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364224" y="3630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scores feed back into model retraining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Optimization Engine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allocation of traffic personnel, diversions &amp; emergency vehicles — with INR cost modelling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743200" cy="3822192"/>
          </a:xfrm>
          <a:prstGeom prst="roundRect">
            <a:avLst>
              <a:gd name="adj" fmla="val 3333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891B2"/>
                </a:solidFill>
              </a:rPr>
              <a:t>ALLOCATION STRATEGY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30552"/>
            <a:ext cx="2377440" cy="0"/>
          </a:xfrm>
          <a:prstGeom prst="line">
            <a:avLst/>
          </a:prstGeom>
          <a:noFill/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Risk-score-driven dispatch priority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routing optimized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count vs congestion tier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078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&amp; road capacity considered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143000"/>
            <a:ext cx="2743200" cy="3822192"/>
          </a:xfrm>
          <a:prstGeom prst="roundRect">
            <a:avLst>
              <a:gd name="adj" fmla="val 3333"/>
            </a:avLst>
          </a:prstGeom>
          <a:solidFill>
            <a:srgbClr val="0F2A3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918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97316"/>
                </a:solidFill>
              </a:rPr>
              <a:t>COST MODELING (₹)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130552"/>
            <a:ext cx="2377440" cy="0"/>
          </a:xfrm>
          <a:prstGeom prst="line">
            <a:avLst/>
          </a:prstGeom>
          <a:noFill/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cost vs. baseline in INR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Per-hour personnel deployment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dispatch overhead tracked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4078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from proactive diversion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143000"/>
            <a:ext cx="2743200" cy="3822192"/>
          </a:xfrm>
          <a:prstGeom prst="roundRect">
            <a:avLst>
              <a:gd name="adj" fmla="val 3333"/>
            </a:avLst>
          </a:prstGeom>
          <a:solidFill>
            <a:srgbClr val="0F2A3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0B981"/>
                </a:solidFill>
              </a:rPr>
              <a:t>OPTIMIZATION LOGIC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130552"/>
            <a:ext cx="2377440" cy="0"/>
          </a:xfrm>
          <a:prstGeom prst="line">
            <a:avLst/>
          </a:prstGeom>
          <a:noFill/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delay × resource cost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allocation by severity tier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4564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distance/time for routing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40782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via What-If engine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 &amp; What-If Simulation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pic>
        <p:nvPicPr>
          <p:cNvPr id="8" name="Image 0" descr="/home/claude/outputs_folder/post_event_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5303520" cy="2286000"/>
          </a:xfrm>
          <a:prstGeom prst="rect">
            <a:avLst/>
          </a:prstGeom>
        </p:spPr>
      </p:pic>
      <p:pic>
        <p:nvPicPr>
          <p:cNvPr id="9" name="Image 1" descr="/home/claude/outputs_folder/cv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063240"/>
            <a:ext cx="5303520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15000" y="713232"/>
            <a:ext cx="3246120" cy="4178808"/>
          </a:xfrm>
          <a:prstGeom prst="roundRect">
            <a:avLst>
              <a:gd name="adj" fmla="val 2254"/>
            </a:avLst>
          </a:prstGeom>
          <a:solidFill>
            <a:srgbClr val="0F2A3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52160" y="78638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SIMULATION FEATURES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806440" y="1115568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153912" y="11155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153912" y="13167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"What-if" traffic disruption scenarios before deployment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806440" y="174650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153912" y="17465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Routing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153912" y="1947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road network for exact distance &amp; time-saved calculations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806440" y="2377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153912" y="23774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Sim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153912" y="2578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incident propagation and diversion impact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806440" y="300837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153912" y="30083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Learning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153912" y="32095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updates from resolved incidents stored in SQLite DB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806440" y="363931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153912" y="36393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Validation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153912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ensures generalization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— SHAP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pic>
        <p:nvPicPr>
          <p:cNvPr id="8" name="Image 0" descr="/home/claude/outputs_folder/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5029200" cy="4206240"/>
          </a:xfrm>
          <a:prstGeom prst="rect">
            <a:avLst/>
          </a:prstGeom>
        </p:spPr>
      </p:pic>
      <p:pic>
        <p:nvPicPr>
          <p:cNvPr id="9" name="Image 1" descr="/home/claude/outputs_folder/permutation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713232"/>
            <a:ext cx="3611880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49240" y="3154680"/>
            <a:ext cx="3611880" cy="1764792"/>
          </a:xfrm>
          <a:prstGeom prst="roundRect">
            <a:avLst>
              <a:gd name="adj" fmla="val 4145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0" y="3227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</a:rPr>
              <a:t>IINSIGHTS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486400" y="351129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priority_Low is the #1 SHAP driver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0" y="377647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Rainfall has strong positive impact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0" y="404164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attendance boosts delay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0" y="430682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seasonality matters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0" y="457200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decisions are fully explainable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Insights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pic>
        <p:nvPicPr>
          <p:cNvPr id="8" name="Image 0" descr="/home/claude/outputs_folder/re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13232"/>
            <a:ext cx="5303520" cy="2194560"/>
          </a:xfrm>
          <a:prstGeom prst="rect">
            <a:avLst/>
          </a:prstGeom>
        </p:spPr>
      </p:pic>
      <p:pic>
        <p:nvPicPr>
          <p:cNvPr id="9" name="Image 1" descr="/home/claude/outputs_folder/outl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90088"/>
            <a:ext cx="530352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15000" y="749808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0F2A3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15000" y="8046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715000" y="11704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~94%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715000" y="1591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Classification Accuracy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60920" y="749808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0F2A3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60920" y="8046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360920" y="117043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~0.87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360920" y="1591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F1 Score (XGBoost)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715000" y="228600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0F2A3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15000" y="23408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5715000" y="270662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~0.73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715000" y="3127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Regression R² Score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360920" y="228600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0F2A3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60920" y="23408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7360920" y="270662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7360920" y="31272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</a:rPr>
              <a:t>Edge Deployment Ready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715000" y="38404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0F2A3F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52160" y="39136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D3EE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852160" y="41788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wins regression; XGBoost &amp; HistGB tie for classification F1. Rainfall and event priority dominate predictions.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Streamlit-powered dashboard with live risk scoring, diversion maps &amp; What-If simulation engine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0F2A3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25272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Event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1783080"/>
            <a:ext cx="2468880" cy="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562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incident details: location, cause, weather, time of 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1430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0F2A3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1252728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 Inference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783080"/>
            <a:ext cx="2468880" cy="0"/>
          </a:xfrm>
          <a:prstGeom prst="line">
            <a:avLst/>
          </a:prstGeom>
          <a:noFill/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8562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model predicts severity class &amp; delay duration locally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1430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0F2A3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125272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2468880" cy="0"/>
          </a:xfrm>
          <a:prstGeom prst="line">
            <a:avLst/>
          </a:prstGeom>
          <a:noFill/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5623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risk score computed; traffic light alert generated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108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F2A3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218688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3218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3749040"/>
            <a:ext cx="3749040" cy="0"/>
          </a:xfrm>
          <a:prstGeom prst="line">
            <a:avLst/>
          </a:prstGeom>
          <a:noFill/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8221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calculates optimal diversion with exact distance &amp; ETA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108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0F2A3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321868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3218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00600" y="3749040"/>
            <a:ext cx="3749040" cy="0"/>
          </a:xfrm>
          <a:prstGeom prst="line">
            <a:avLst/>
          </a:prstGeom>
          <a:noFill/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8221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heatmap + Streamlit UI shows live congestion overview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A3F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5039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850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Language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868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02336" y="126820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3.10+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0" y="777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A3F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85039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850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Data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0" y="868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15819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&amp; NumPy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777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A3F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5039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850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35040" y="868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15819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2194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A3F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26771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67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02336" y="265439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200400" y="2194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A3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26771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267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XAI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0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200400" y="26385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35040" y="21945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A3F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26771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2677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Geo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035040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126480" y="266846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Folium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65760" y="3611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A3F"/>
          </a:solidFill>
          <a:ln w="19050">
            <a:solidFill>
              <a:srgbClr val="22D3EE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68503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685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UI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5760" y="3703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02336" y="40462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React+Vite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200400" y="3611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A3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91840" y="368503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3685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Edge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200400" y="3703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3291840" y="4079631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 Runtime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035040" y="3611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0F2A3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3685032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3685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Routing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035040" y="37033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126480" y="41148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OSRM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0F2A3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229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886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Congestion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1344168"/>
            <a:ext cx="3200400" cy="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fewer reactive incidents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 15–30 min ahead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signal coordination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749808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0F2A3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8229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32120" y="886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Response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32120" y="1344168"/>
            <a:ext cx="3200400" cy="0"/>
          </a:xfrm>
          <a:prstGeom prst="line">
            <a:avLst/>
          </a:prstGeom>
          <a:noFill/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ambulance routing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cost tracking per dispatch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resource queue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852928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0F2A3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260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97280" y="29900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Mobility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97280" y="3447288"/>
            <a:ext cx="3200400" cy="0"/>
          </a:xfrm>
          <a:prstGeom prst="line">
            <a:avLst/>
          </a:prstGeom>
          <a:noFill/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avg commute time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diversion corridors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vehicle emissions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2852928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0F2A3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9260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532120" y="29900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Governance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532120" y="3447288"/>
            <a:ext cx="3200400" cy="0"/>
          </a:xfrm>
          <a:prstGeom prst="line">
            <a:avLst/>
          </a:prstGeom>
          <a:noFill/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policy inputs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congestion maps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4632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AI decisions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F2A3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85039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850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IoT Integration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2377440" cy="0"/>
          </a:xfrm>
          <a:prstGeom prst="line">
            <a:avLst/>
          </a:prstGeom>
          <a:noFill/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288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Connect traffic cameras, loop detectors, and smart signals for live data ingestion. Auto-trigger alerts on anomaly detection.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7772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F2A3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85039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850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5468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461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Traffic APIs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1783080"/>
            <a:ext cx="2377440" cy="0"/>
          </a:xfrm>
          <a:prstGeom prst="line">
            <a:avLst/>
          </a:prstGeom>
          <a:noFill/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8288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Integrate HERE Maps, TomTom &amp; BBMP APIs for real-time incident feeds and dynamic re-routing recommendations.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7772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F2A3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85039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850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3504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2648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2377440" cy="0"/>
          </a:xfrm>
          <a:prstGeom prst="line">
            <a:avLst/>
          </a:prstGeom>
          <a:noFill/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8288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Train RL agents to optimize signal timings and resource dispatching dynamically based on live traffic state.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770632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F2A3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74520" y="2843784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2843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4320" y="2862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65760" y="3410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City Deployment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776472"/>
            <a:ext cx="2377440" cy="0"/>
          </a:xfrm>
          <a:prstGeom prst="line">
            <a:avLst/>
          </a:prstGeom>
          <a:noFill/>
          <a:ln w="1270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8221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Municipal dashboard for city administrators. Integration with Unified Command &amp; Control Centre (UCCC).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54680" y="2770632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F2A3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843784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843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54680" y="2862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3246120" y="3410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App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337560" y="3776472"/>
            <a:ext cx="2377440" cy="0"/>
          </a:xfrm>
          <a:prstGeom prst="line">
            <a:avLst/>
          </a:prstGeom>
          <a:noFill/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38221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Public-facing mobile app with personalized commute risk alerts, alternate routes &amp; ETA improvements.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35040" y="2770632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F2A3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2843784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2843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35040" y="2862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126480" y="3410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17920" y="3776472"/>
            <a:ext cx="2377440" cy="0"/>
          </a:xfrm>
          <a:prstGeom prst="line">
            <a:avLst/>
          </a:prstGeom>
          <a:noFill/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38221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Multi-city model training across distributed devices — better generalization without centralizing raw data.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10912"/>
            <a:ext cx="9144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AI-Powered Traffic Intelligence Platform  |  Gridlock Hackathon 2.0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a complete, deployable AI system — not just a model.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F2A3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26187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61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ML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58191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traffic incident data → feature engineering → dual ML models (classification + regression) → SHAP explanations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F2A3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4884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121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468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ONNX-exported models run locally on any device — no central server, no single point of failure, privacy-first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F2A3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03580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Routing Intelligence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3558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integration provides actual road-network distances and ETA — not estimates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831336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F2A3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92277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22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895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&amp; Accountable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24281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plots expose what the model sees; every decision is auditable by traffic authorities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20040"/>
          </a:xfrm>
          <a:prstGeom prst="roundRect">
            <a:avLst>
              <a:gd name="adj" fmla="val 14286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90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Expected Impact: 30%+ reduction in reactive incident response time | Scalable to any Indian metro city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914400"/>
            <a:ext cx="7315200" cy="7315200"/>
          </a:xfrm>
          <a:prstGeom prst="ellipse">
            <a:avLst/>
          </a:prstGeom>
          <a:solidFill>
            <a:srgbClr val="0891B2">
              <a:alpha val="6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-457200"/>
            <a:ext cx="5486400" cy="5486400"/>
          </a:xfrm>
          <a:prstGeom prst="ellipse">
            <a:avLst/>
          </a:prstGeom>
          <a:solidFill>
            <a:srgbClr val="22D3EE">
              <a:alpha val="4000"/>
            </a:srgbClr>
          </a:solidFill>
          <a:ln w="12700">
            <a:solidFill>
              <a:srgbClr val="22D3EE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91440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-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0" y="2697480"/>
            <a:ext cx="36576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Jayasurya's Team  |  Gridlock Hackathon 2.0  |  Prototype Round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r>
              <a:rPr lang="en-IN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93-94</a:t>
            </a: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078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0" y="342900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4078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Edge Ready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342900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4078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Explainable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342900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0F2A3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OSRM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078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Real Routing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AI-Powered Traffic Intelligence Platform  |  Bengaluru Urban Mobility  | 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1509</Words>
  <Application>Microsoft Office PowerPoint</Application>
  <PresentationFormat>On-screen Show (16:9)</PresentationFormat>
  <Paragraphs>351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 surya</cp:lastModifiedBy>
  <cp:revision>4</cp:revision>
  <dcterms:created xsi:type="dcterms:W3CDTF">2026-06-17T23:33:08Z</dcterms:created>
  <dcterms:modified xsi:type="dcterms:W3CDTF">2026-06-18T00:25:57Z</dcterms:modified>
</cp:coreProperties>
</file>